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2286000" cy="3657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AI驱动监控方案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视频云平台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智能体应用方案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场景智能巡查员 × 预警研判助手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让AI替代人眼，24小时守护安全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核心智能体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438912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全天候监控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4389120"/>
            <a:ext cx="1828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4864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总体建设思路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第一期采用多模态大模型对定时截图进行分析，智能体组织业务流程，视频云平台提供基础能力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1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697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场景智能巡查员 / 预警研判助手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64008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 - 图像理解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526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4526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视频云平台 - 基础支撑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为什么需要智能体？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81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😫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传统方式的痛点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需要逐个寻找点位、打开视频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必须一直盯着所有屏幕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人工疲劳容易遗漏异常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交接班信息整理耗时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6576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2064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智能体带来的改变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AI先检查全部点位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只看需要关注的视频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自动发现异常线索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一键生成交接摘要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智能体中心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智能体中心入口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两大协同智能体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场景智能巡查员负责主动检查视频点位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预警研判助手负责整理异常线索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两者协同工作，覆盖巡查-研判全流程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场景智能巡查员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自动加载场景相关的视频点位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组织多屏监控布局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获取各点位最新定时截图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执行人员、区域、画面质量检查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基于定时截图，非实时分析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三大核心场景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🌊 观潮值守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关键检查：人员是否进入关注区域、人员密集程度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🌀 台风值守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关键检查：人员情况、画面质量、重点设施状态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🚰 防汛巡查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关键检查：水位变化、闸门状态、排涝设施运行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场景示例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观潮值守 - 巡查结果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本轮观潮巡查结果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共检查15个点位：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12个未发现明显异常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2个需要关注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1个高风险异常线索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江堤2号：存在多名人员，部分疑似位于关注区域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场景示例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台风值守 - 巡查结果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最近一轮巡查结果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共检查22个点位：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17个未发现明显异常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 3个发现异常线索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1个高风险异常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1个暂时无法判断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定时功能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定时自动巡查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场景智能巡查员支持定时任务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管理员可配置：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巡查场景和时间频率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检查点位列表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异常通知对象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示例：防汛巡查场景，汛期每2小时一次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巡查员 - 能力范围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我是视频巡查智能体，主要负责视频点位巡查、异常查询和综合研判。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我可以帮你：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检查某个场景的视频点位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查询最近的异常情况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查看巡查进度和结果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预警研判助手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解释异常原因和风险依据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按场景规则进行风险分级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合并同类事件减少干扰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生成推送摘要和交接报告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辅助判断而非替代决策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研判场景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单条预警复核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接收异常线索后：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查看原始图片和拍摄时间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结合场景规则判断风险等级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查看前后定时截图（如有）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参考近期异常记录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给出明确结论和建议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研判场景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批量预警汇总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处理多条预警：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按严重程度排序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合并相似事件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标注关键信息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生成简报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减少信息过载，提供决策依据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0" cy="320040"/>
          </a:xfrm>
          <a:prstGeom prst="roundRect">
            <a:avLst/>
          </a:prstGeom>
          <a:solidFill>
            <a:srgbClr val="C816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研判场景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6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值班交接汇总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一键生成交接报告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包含内容：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所有异常线索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处理状态标注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关键图片证据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时间线整理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加速交接效率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感谢您的聆听！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2026-08-19T08:21:10Z</dcterms:created>
  <dcterms:modified xsi:type="dcterms:W3CDTF">2026-08-19T08:21:10Z</dcterms:modified>
</cp:coreProperties>
</file>